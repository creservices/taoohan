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6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085A-12F7-4001-A571-FA1F71FF7797}" type="datetimeFigureOut">
              <a:rPr lang="en-PH" smtClean="0"/>
              <a:t>05/09/2026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4233-4AF7-43C8-827D-1C58CF6DA2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3238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085A-12F7-4001-A571-FA1F71FF7797}" type="datetimeFigureOut">
              <a:rPr lang="en-PH" smtClean="0"/>
              <a:t>05/09/2026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4233-4AF7-43C8-827D-1C58CF6DA2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5453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085A-12F7-4001-A571-FA1F71FF7797}" type="datetimeFigureOut">
              <a:rPr lang="en-PH" smtClean="0"/>
              <a:t>05/09/2026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4233-4AF7-43C8-827D-1C58CF6DA2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988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085A-12F7-4001-A571-FA1F71FF7797}" type="datetimeFigureOut">
              <a:rPr lang="en-PH" smtClean="0"/>
              <a:t>05/09/2026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4233-4AF7-43C8-827D-1C58CF6DA2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2361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085A-12F7-4001-A571-FA1F71FF7797}" type="datetimeFigureOut">
              <a:rPr lang="en-PH" smtClean="0"/>
              <a:t>05/09/2026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4233-4AF7-43C8-827D-1C58CF6DA2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2221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085A-12F7-4001-A571-FA1F71FF7797}" type="datetimeFigureOut">
              <a:rPr lang="en-PH" smtClean="0"/>
              <a:t>05/09/2026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4233-4AF7-43C8-827D-1C58CF6DA2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6723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085A-12F7-4001-A571-FA1F71FF7797}" type="datetimeFigureOut">
              <a:rPr lang="en-PH" smtClean="0"/>
              <a:t>05/09/2026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4233-4AF7-43C8-827D-1C58CF6DA2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1183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085A-12F7-4001-A571-FA1F71FF7797}" type="datetimeFigureOut">
              <a:rPr lang="en-PH" smtClean="0"/>
              <a:t>05/09/2026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4233-4AF7-43C8-827D-1C58CF6DA2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3338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085A-12F7-4001-A571-FA1F71FF7797}" type="datetimeFigureOut">
              <a:rPr lang="en-PH" smtClean="0"/>
              <a:t>05/09/2026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4233-4AF7-43C8-827D-1C58CF6DA2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81659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085A-12F7-4001-A571-FA1F71FF7797}" type="datetimeFigureOut">
              <a:rPr lang="en-PH" smtClean="0"/>
              <a:t>05/09/2026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4233-4AF7-43C8-827D-1C58CF6DA2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341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085A-12F7-4001-A571-FA1F71FF7797}" type="datetimeFigureOut">
              <a:rPr lang="en-PH" smtClean="0"/>
              <a:t>05/09/2026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4233-4AF7-43C8-827D-1C58CF6DA2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9246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0085A-12F7-4001-A571-FA1F71FF7797}" type="datetimeFigureOut">
              <a:rPr lang="en-PH" smtClean="0"/>
              <a:t>05/09/2026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E4233-4AF7-43C8-827D-1C58CF6DA2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43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5FAF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09600"/>
            <a:ext cx="2794000" cy="5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2800" y="2336800"/>
            <a:ext cx="381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700" b="1" smtClean="0">
                <a:solidFill>
                  <a:srgbClr val="3D7A4F"/>
                </a:solidFill>
                <a:latin typeface="Aptos"/>
              </a:rPr>
              <a:t>MILESTONE 3</a:t>
            </a:r>
            <a:endParaRPr lang="en-PH" sz="1700" b="1">
              <a:solidFill>
                <a:srgbClr val="3D7A4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2800" y="284480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4200" b="1" smtClean="0">
                <a:solidFill>
                  <a:srgbClr val="26332A"/>
                </a:solidFill>
                <a:latin typeface="Aptos"/>
              </a:rPr>
              <a:t>Functional Website Integration</a:t>
            </a:r>
            <a:endParaRPr lang="en-PH" sz="4200" b="1">
              <a:solidFill>
                <a:srgbClr val="26332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4521200"/>
            <a:ext cx="6604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2100" smtClean="0">
                <a:solidFill>
                  <a:srgbClr val="5B6B5F"/>
                </a:solidFill>
                <a:latin typeface="Aptos"/>
              </a:rPr>
              <a:t>Introduction and expected outcomes</a:t>
            </a:r>
            <a:endParaRPr lang="en-PH" sz="2100">
              <a:solidFill>
                <a:srgbClr val="5B6B5F"/>
              </a:solidFill>
              <a:latin typeface="Apto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5283200"/>
            <a:ext cx="3098800" cy="0"/>
          </a:xfrm>
          <a:prstGeom prst="line">
            <a:avLst/>
          </a:prstGeom>
          <a:ln w="38100">
            <a:solidFill>
              <a:srgbClr val="CCE3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15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431800"/>
            <a:ext cx="2286000" cy="419100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736600" y="1041400"/>
            <a:ext cx="10718800" cy="0"/>
          </a:xfrm>
          <a:prstGeom prst="line">
            <a:avLst/>
          </a:prstGeom>
          <a:ln w="12700">
            <a:solidFill>
              <a:srgbClr val="CCE3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47400" y="4953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100" smtClean="0">
                <a:solidFill>
                  <a:srgbClr val="5B6B5F"/>
                </a:solidFill>
                <a:latin typeface="Aptos"/>
              </a:rPr>
              <a:t>02</a:t>
            </a:r>
            <a:endParaRPr lang="en-PH" sz="1100">
              <a:solidFill>
                <a:srgbClr val="5B6B5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6600" y="1397000"/>
            <a:ext cx="889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3200" b="1" smtClean="0">
                <a:solidFill>
                  <a:srgbClr val="26332A"/>
                </a:solidFill>
                <a:latin typeface="Aptos"/>
              </a:rPr>
              <a:t>Milestone 3 Introduction</a:t>
            </a:r>
            <a:endParaRPr lang="en-PH" sz="3200" b="1">
              <a:solidFill>
                <a:srgbClr val="26332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6600" y="2209800"/>
            <a:ext cx="9906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5B6B5F"/>
                </a:solidFill>
                <a:latin typeface="Aptos"/>
              </a:rPr>
              <a:t>Milestone 3 connects the website experience to the day-to-day business workflow.</a:t>
            </a:r>
            <a:endParaRPr lang="en-PH" sz="2100">
              <a:solidFill>
                <a:srgbClr val="5B6B5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3276600"/>
            <a:ext cx="27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2000" b="1" smtClean="0">
                <a:solidFill>
                  <a:srgbClr val="5FAF73"/>
                </a:solidFill>
                <a:latin typeface="Aptos"/>
              </a:rPr>
              <a:t>•</a:t>
            </a:r>
            <a:endParaRPr lang="en-PH" sz="2000" b="1">
              <a:solidFill>
                <a:srgbClr val="5FAF7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19200" y="3276600"/>
            <a:ext cx="965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smtClean="0">
                <a:solidFill>
                  <a:srgbClr val="26332A"/>
                </a:solidFill>
                <a:latin typeface="Aptos"/>
              </a:rPr>
              <a:t>Employer hiring requests go from the website form to manpower@cresvcs.com.</a:t>
            </a:r>
            <a:endParaRPr lang="en-PH" sz="1900">
              <a:solidFill>
                <a:srgbClr val="26332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4191000"/>
            <a:ext cx="27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2000" b="1" smtClean="0">
                <a:solidFill>
                  <a:srgbClr val="5FAF73"/>
                </a:solidFill>
                <a:latin typeface="Aptos"/>
              </a:rPr>
              <a:t>•</a:t>
            </a:r>
            <a:endParaRPr lang="en-PH" sz="2000" b="1">
              <a:solidFill>
                <a:srgbClr val="5FAF7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19200" y="4191000"/>
            <a:ext cx="965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smtClean="0">
                <a:solidFill>
                  <a:srgbClr val="26332A"/>
                </a:solidFill>
                <a:latin typeface="Aptos"/>
              </a:rPr>
              <a:t>Each email includes the employer contact details and complete staffing requirements.</a:t>
            </a:r>
            <a:endParaRPr lang="en-PH" sz="1900">
              <a:solidFill>
                <a:srgbClr val="2633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200" y="5105400"/>
            <a:ext cx="27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2000" b="1" smtClean="0">
                <a:solidFill>
                  <a:srgbClr val="5FAF73"/>
                </a:solidFill>
                <a:latin typeface="Aptos"/>
              </a:rPr>
              <a:t>•</a:t>
            </a:r>
            <a:endParaRPr lang="en-PH" sz="2000" b="1">
              <a:solidFill>
                <a:srgbClr val="5FAF73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19200" y="5105400"/>
            <a:ext cx="9652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smtClean="0">
                <a:solidFill>
                  <a:srgbClr val="26332A"/>
                </a:solidFill>
                <a:latin typeface="Aptos"/>
              </a:rPr>
              <a:t>The Industries page presents confirmed partners with visible logos and direct website links.</a:t>
            </a:r>
            <a:endParaRPr lang="en-PH" sz="1900">
              <a:solidFill>
                <a:srgbClr val="26332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01997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431800"/>
            <a:ext cx="2286000" cy="419100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736600" y="1041400"/>
            <a:ext cx="10718800" cy="0"/>
          </a:xfrm>
          <a:prstGeom prst="line">
            <a:avLst/>
          </a:prstGeom>
          <a:ln w="12700">
            <a:solidFill>
              <a:srgbClr val="CCE3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47400" y="4953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100" smtClean="0">
                <a:solidFill>
                  <a:srgbClr val="5B6B5F"/>
                </a:solidFill>
                <a:latin typeface="Aptos"/>
              </a:rPr>
              <a:t>03</a:t>
            </a:r>
            <a:endParaRPr lang="en-PH" sz="1100">
              <a:solidFill>
                <a:srgbClr val="5B6B5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6600" y="1397000"/>
            <a:ext cx="889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3200" b="1" smtClean="0">
                <a:solidFill>
                  <a:srgbClr val="26332A"/>
                </a:solidFill>
                <a:latin typeface="Aptos"/>
              </a:rPr>
              <a:t>What to Expect</a:t>
            </a:r>
            <a:endParaRPr lang="en-PH" sz="3200" b="1">
              <a:solidFill>
                <a:srgbClr val="26332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6600" y="241300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2100" b="1" smtClean="0">
                <a:solidFill>
                  <a:srgbClr val="3D7A4F"/>
                </a:solidFill>
                <a:latin typeface="Aptos"/>
              </a:rPr>
              <a:t>Website workflow</a:t>
            </a:r>
            <a:endParaRPr lang="en-PH" sz="2100" b="1">
              <a:solidFill>
                <a:srgbClr val="3D7A4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7400" y="30734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b="1" smtClean="0">
                <a:solidFill>
                  <a:srgbClr val="5FAF73"/>
                </a:solidFill>
                <a:latin typeface="Aptos"/>
              </a:rPr>
              <a:t>•</a:t>
            </a:r>
            <a:endParaRPr lang="en-PH" b="1">
              <a:solidFill>
                <a:srgbClr val="5FAF7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7600" y="3073400"/>
            <a:ext cx="444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smtClean="0">
                <a:solidFill>
                  <a:srgbClr val="26332A"/>
                </a:solidFill>
                <a:latin typeface="Aptos"/>
              </a:rPr>
              <a:t>Employers submit requirements without opening an email application.</a:t>
            </a:r>
            <a:endParaRPr lang="en-PH" sz="1700">
              <a:solidFill>
                <a:srgbClr val="26332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7400" y="39370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b="1" smtClean="0">
                <a:solidFill>
                  <a:srgbClr val="5FAF73"/>
                </a:solidFill>
                <a:latin typeface="Aptos"/>
              </a:rPr>
              <a:t>•</a:t>
            </a:r>
            <a:endParaRPr lang="en-PH" b="1">
              <a:solidFill>
                <a:srgbClr val="5FAF7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7600" y="3937000"/>
            <a:ext cx="444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smtClean="0">
                <a:solidFill>
                  <a:srgbClr val="26332A"/>
                </a:solidFill>
                <a:latin typeface="Aptos"/>
              </a:rPr>
              <a:t>The company inbox receives the complete inquiry.</a:t>
            </a:r>
            <a:endParaRPr lang="en-PH" sz="1700">
              <a:solidFill>
                <a:srgbClr val="2633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7400" y="48006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b="1" smtClean="0">
                <a:solidFill>
                  <a:srgbClr val="5FAF73"/>
                </a:solidFill>
                <a:latin typeface="Aptos"/>
              </a:rPr>
              <a:t>•</a:t>
            </a:r>
            <a:endParaRPr lang="en-PH" b="1">
              <a:solidFill>
                <a:srgbClr val="5FAF73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7600" y="4800600"/>
            <a:ext cx="444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smtClean="0">
                <a:solidFill>
                  <a:srgbClr val="26332A"/>
                </a:solidFill>
                <a:latin typeface="Aptos"/>
              </a:rPr>
              <a:t>The submitted employer email remains available for direct follow-up.</a:t>
            </a:r>
            <a:endParaRPr lang="en-PH" sz="1700">
              <a:solidFill>
                <a:srgbClr val="26332A"/>
              </a:solidFill>
              <a:latin typeface="Aptos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6096000" y="2413000"/>
            <a:ext cx="0" cy="3302000"/>
          </a:xfrm>
          <a:prstGeom prst="line">
            <a:avLst/>
          </a:prstGeom>
          <a:ln w="15875">
            <a:solidFill>
              <a:srgbClr val="CCE3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29400" y="241300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2100" b="1" smtClean="0">
                <a:solidFill>
                  <a:srgbClr val="3D7A4F"/>
                </a:solidFill>
                <a:latin typeface="Aptos"/>
              </a:rPr>
              <a:t>Completion expectations</a:t>
            </a:r>
            <a:endParaRPr lang="en-PH" sz="2100" b="1">
              <a:solidFill>
                <a:srgbClr val="3D7A4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80200" y="30734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b="1" smtClean="0">
                <a:solidFill>
                  <a:srgbClr val="5FAF73"/>
                </a:solidFill>
                <a:latin typeface="Aptos"/>
              </a:rPr>
              <a:t>•</a:t>
            </a:r>
            <a:endParaRPr lang="en-PH" b="1">
              <a:solidFill>
                <a:srgbClr val="5FAF73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10400" y="3073400"/>
            <a:ext cx="444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smtClean="0">
                <a:solidFill>
                  <a:srgbClr val="26332A"/>
                </a:solidFill>
                <a:latin typeface="Aptos"/>
              </a:rPr>
              <a:t>Reliable email delivery with clear success and error states.</a:t>
            </a:r>
            <a:endParaRPr lang="en-PH" sz="1700">
              <a:solidFill>
                <a:srgbClr val="26332A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80200" y="39370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b="1" smtClean="0">
                <a:solidFill>
                  <a:srgbClr val="5FAF73"/>
                </a:solidFill>
                <a:latin typeface="Aptos"/>
              </a:rPr>
              <a:t>•</a:t>
            </a:r>
            <a:endParaRPr lang="en-PH" b="1">
              <a:solidFill>
                <a:srgbClr val="5FAF7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10400" y="3937000"/>
            <a:ext cx="444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smtClean="0">
                <a:solidFill>
                  <a:srgbClr val="26332A"/>
                </a:solidFill>
                <a:latin typeface="Aptos"/>
              </a:rPr>
              <a:t>Responsive behavior across desktop and mobile screens.</a:t>
            </a:r>
            <a:endParaRPr lang="en-PH" sz="1700">
              <a:solidFill>
                <a:srgbClr val="26332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80200" y="48006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b="1" smtClean="0">
                <a:solidFill>
                  <a:srgbClr val="5FAF73"/>
                </a:solidFill>
                <a:latin typeface="Aptos"/>
              </a:rPr>
              <a:t>•</a:t>
            </a:r>
            <a:endParaRPr lang="en-PH" b="1">
              <a:solidFill>
                <a:srgbClr val="5FAF7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10400" y="4800600"/>
            <a:ext cx="444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smtClean="0">
                <a:solidFill>
                  <a:srgbClr val="26332A"/>
                </a:solidFill>
                <a:latin typeface="Aptos"/>
              </a:rPr>
              <a:t>Final review of content, links, contact details, and hosting configuration.</a:t>
            </a:r>
            <a:endParaRPr lang="en-PH" sz="1700">
              <a:solidFill>
                <a:srgbClr val="26332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82553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Custom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Mathew Gene</dc:creator>
  <cp:lastModifiedBy>Mathew Gene</cp:lastModifiedBy>
  <cp:revision>1</cp:revision>
  <dcterms:created xsi:type="dcterms:W3CDTF">2026-09-05T13:56:27Z</dcterms:created>
  <dcterms:modified xsi:type="dcterms:W3CDTF">2026-09-05T13:56:27Z</dcterms:modified>
</cp:coreProperties>
</file>